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7" r:id="rId2"/>
    <p:sldId id="268" r:id="rId3"/>
    <p:sldId id="261" r:id="rId4"/>
    <p:sldId id="262" r:id="rId5"/>
    <p:sldId id="269" r:id="rId6"/>
    <p:sldId id="272" r:id="rId7"/>
    <p:sldId id="273" r:id="rId8"/>
    <p:sldId id="275" r:id="rId9"/>
    <p:sldId id="260" r:id="rId10"/>
    <p:sldId id="263" r:id="rId11"/>
    <p:sldId id="276" r:id="rId12"/>
    <p:sldId id="277" r:id="rId13"/>
    <p:sldId id="264" r:id="rId14"/>
    <p:sldId id="265" r:id="rId15"/>
    <p:sldId id="266" r:id="rId16"/>
    <p:sldId id="267" r:id="rId17"/>
    <p:sldId id="25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FF99"/>
    <a:srgbClr val="0000CC"/>
    <a:srgbClr val="66FFFF"/>
    <a:srgbClr val="FFCC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0366D-94F6-4EE5-8B01-D5DC07338D4D}" v="25" dt="2026-03-20T03:05:31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DHANA MOHANTY" userId="df870471f20e3fcf" providerId="LiveId" clId="{3A1A0EC8-2862-4E2A-9FC8-60C0806EFC42}"/>
    <pc:docChg chg="undo custSel delSld modSld">
      <pc:chgData name="ARADHANA MOHANTY" userId="df870471f20e3fcf" providerId="LiveId" clId="{3A1A0EC8-2862-4E2A-9FC8-60C0806EFC42}" dt="2026-03-20T03:05:31.436" v="810"/>
      <pc:docMkLst>
        <pc:docMk/>
      </pc:docMkLst>
      <pc:sldChg chg="modTransition">
        <pc:chgData name="ARADHANA MOHANTY" userId="df870471f20e3fcf" providerId="LiveId" clId="{3A1A0EC8-2862-4E2A-9FC8-60C0806EFC42}" dt="2026-03-20T03:05:31.436" v="810"/>
        <pc:sldMkLst>
          <pc:docMk/>
          <pc:sldMk cId="0" sldId="259"/>
        </pc:sldMkLst>
      </pc:sldChg>
      <pc:sldChg chg="modSp mod modTransition">
        <pc:chgData name="ARADHANA MOHANTY" userId="df870471f20e3fcf" providerId="LiveId" clId="{3A1A0EC8-2862-4E2A-9FC8-60C0806EFC42}" dt="2026-03-20T03:05:24.953" v="809"/>
        <pc:sldMkLst>
          <pc:docMk/>
          <pc:sldMk cId="0" sldId="260"/>
        </pc:sldMkLst>
        <pc:spChg chg="mod">
          <ac:chgData name="ARADHANA MOHANTY" userId="df870471f20e3fcf" providerId="LiveId" clId="{3A1A0EC8-2862-4E2A-9FC8-60C0806EFC42}" dt="2026-03-20T02:22:53.233" v="291" actId="20577"/>
          <ac:spMkLst>
            <pc:docMk/>
            <pc:sldMk cId="0" sldId="260"/>
            <ac:spMk id="5" creationId="{00000000-0000-0000-0000-000000000000}"/>
          </ac:spMkLst>
        </pc:spChg>
      </pc:sldChg>
      <pc:sldChg chg="modTransition">
        <pc:chgData name="ARADHANA MOHANTY" userId="df870471f20e3fcf" providerId="LiveId" clId="{3A1A0EC8-2862-4E2A-9FC8-60C0806EFC42}" dt="2026-03-20T02:14:50.422" v="24"/>
        <pc:sldMkLst>
          <pc:docMk/>
          <pc:sldMk cId="0" sldId="262"/>
        </pc:sldMkLst>
      </pc:sldChg>
      <pc:sldChg chg="delSp modSp mod">
        <pc:chgData name="ARADHANA MOHANTY" userId="df870471f20e3fcf" providerId="LiveId" clId="{3A1A0EC8-2862-4E2A-9FC8-60C0806EFC42}" dt="2026-03-20T02:24:38.475" v="495" actId="21"/>
        <pc:sldMkLst>
          <pc:docMk/>
          <pc:sldMk cId="0" sldId="263"/>
        </pc:sldMkLst>
        <pc:spChg chg="del mod">
          <ac:chgData name="ARADHANA MOHANTY" userId="df870471f20e3fcf" providerId="LiveId" clId="{3A1A0EC8-2862-4E2A-9FC8-60C0806EFC42}" dt="2026-03-20T02:24:38.475" v="495" actId="21"/>
          <ac:spMkLst>
            <pc:docMk/>
            <pc:sldMk cId="0" sldId="263"/>
            <ac:spMk id="6" creationId="{00000000-0000-0000-0000-000000000000}"/>
          </ac:spMkLst>
        </pc:spChg>
      </pc:sldChg>
      <pc:sldChg chg="modSp mod modTransition">
        <pc:chgData name="ARADHANA MOHANTY" userId="df870471f20e3fcf" providerId="LiveId" clId="{3A1A0EC8-2862-4E2A-9FC8-60C0806EFC42}" dt="2026-03-20T02:14:24.817" v="23"/>
        <pc:sldMkLst>
          <pc:docMk/>
          <pc:sldMk cId="0" sldId="264"/>
        </pc:sldMkLst>
        <pc:spChg chg="mod">
          <ac:chgData name="ARADHANA MOHANTY" userId="df870471f20e3fcf" providerId="LiveId" clId="{3A1A0EC8-2862-4E2A-9FC8-60C0806EFC42}" dt="2026-03-20T02:13:53.415" v="19" actId="115"/>
          <ac:spMkLst>
            <pc:docMk/>
            <pc:sldMk cId="0" sldId="264"/>
            <ac:spMk id="9" creationId="{EE7C9940-5271-3DD2-D37C-C7DCD41BC659}"/>
          </ac:spMkLst>
        </pc:spChg>
        <pc:spChg chg="mod">
          <ac:chgData name="ARADHANA MOHANTY" userId="df870471f20e3fcf" providerId="LiveId" clId="{3A1A0EC8-2862-4E2A-9FC8-60C0806EFC42}" dt="2026-03-20T02:14:16.741" v="22" actId="20577"/>
          <ac:spMkLst>
            <pc:docMk/>
            <pc:sldMk cId="0" sldId="264"/>
            <ac:spMk id="10" creationId="{273C684B-F088-3EEC-FD4C-9408508E4739}"/>
          </ac:spMkLst>
        </pc:spChg>
      </pc:sldChg>
      <pc:sldChg chg="addSp delSp modSp mod modTransition">
        <pc:chgData name="ARADHANA MOHANTY" userId="df870471f20e3fcf" providerId="LiveId" clId="{3A1A0EC8-2862-4E2A-9FC8-60C0806EFC42}" dt="2026-03-20T03:05:09.814" v="805"/>
        <pc:sldMkLst>
          <pc:docMk/>
          <pc:sldMk cId="0" sldId="266"/>
        </pc:sldMkLst>
        <pc:spChg chg="del">
          <ac:chgData name="ARADHANA MOHANTY" userId="df870471f20e3fcf" providerId="LiveId" clId="{3A1A0EC8-2862-4E2A-9FC8-60C0806EFC42}" dt="2026-03-20T02:58:09.740" v="756" actId="478"/>
          <ac:spMkLst>
            <pc:docMk/>
            <pc:sldMk cId="0" sldId="266"/>
            <ac:spMk id="5" creationId="{00000000-0000-0000-0000-000000000000}"/>
          </ac:spMkLst>
        </pc:spChg>
        <pc:spChg chg="add del mod">
          <ac:chgData name="ARADHANA MOHANTY" userId="df870471f20e3fcf" providerId="LiveId" clId="{3A1A0EC8-2862-4E2A-9FC8-60C0806EFC42}" dt="2026-03-20T02:53:52.111" v="753" actId="21"/>
          <ac:spMkLst>
            <pc:docMk/>
            <pc:sldMk cId="0" sldId="266"/>
            <ac:spMk id="10" creationId="{CA6A5589-3B50-F69D-2DE9-5E139221ABEA}"/>
          </ac:spMkLst>
        </pc:spChg>
        <pc:spChg chg="add del mod">
          <ac:chgData name="ARADHANA MOHANTY" userId="df870471f20e3fcf" providerId="LiveId" clId="{3A1A0EC8-2862-4E2A-9FC8-60C0806EFC42}" dt="2026-03-20T02:48:57.428" v="721" actId="478"/>
          <ac:spMkLst>
            <pc:docMk/>
            <pc:sldMk cId="0" sldId="266"/>
            <ac:spMk id="11" creationId="{F51F0DCB-1664-5AB2-A90E-E6582EF4C48C}"/>
          </ac:spMkLst>
        </pc:spChg>
        <pc:spChg chg="add del mod">
          <ac:chgData name="ARADHANA MOHANTY" userId="df870471f20e3fcf" providerId="LiveId" clId="{3A1A0EC8-2862-4E2A-9FC8-60C0806EFC42}" dt="2026-03-20T02:48:46.925" v="716" actId="11529"/>
          <ac:spMkLst>
            <pc:docMk/>
            <pc:sldMk cId="0" sldId="266"/>
            <ac:spMk id="12" creationId="{AB6A478C-6C43-4D4F-EB26-9EC6455B9884}"/>
          </ac:spMkLst>
        </pc:spChg>
        <pc:spChg chg="add del mod">
          <ac:chgData name="ARADHANA MOHANTY" userId="df870471f20e3fcf" providerId="LiveId" clId="{3A1A0EC8-2862-4E2A-9FC8-60C0806EFC42}" dt="2026-03-20T02:48:37.744" v="692" actId="11529"/>
          <ac:spMkLst>
            <pc:docMk/>
            <pc:sldMk cId="0" sldId="266"/>
            <ac:spMk id="13" creationId="{6C0C160A-719A-7577-DBCD-C91CF6A95A01}"/>
          </ac:spMkLst>
        </pc:spChg>
        <pc:spChg chg="add del mod">
          <ac:chgData name="ARADHANA MOHANTY" userId="df870471f20e3fcf" providerId="LiveId" clId="{3A1A0EC8-2862-4E2A-9FC8-60C0806EFC42}" dt="2026-03-20T02:58:18.261" v="759" actId="21"/>
          <ac:spMkLst>
            <pc:docMk/>
            <pc:sldMk cId="0" sldId="266"/>
            <ac:spMk id="16" creationId="{7F04306A-6114-23BC-43EF-EA2B7A2EB2AC}"/>
          </ac:spMkLst>
        </pc:spChg>
        <pc:spChg chg="add mod">
          <ac:chgData name="ARADHANA MOHANTY" userId="df870471f20e3fcf" providerId="LiveId" clId="{3A1A0EC8-2862-4E2A-9FC8-60C0806EFC42}" dt="2026-03-20T03:03:13.963" v="800" actId="14100"/>
          <ac:spMkLst>
            <pc:docMk/>
            <pc:sldMk cId="0" sldId="266"/>
            <ac:spMk id="19" creationId="{534AC756-09B6-CADE-EB21-2ABCB885D4E7}"/>
          </ac:spMkLst>
        </pc:spChg>
        <pc:spChg chg="add mod">
          <ac:chgData name="ARADHANA MOHANTY" userId="df870471f20e3fcf" providerId="LiveId" clId="{3A1A0EC8-2862-4E2A-9FC8-60C0806EFC42}" dt="2026-03-20T03:02:44.076" v="797" actId="2085"/>
          <ac:spMkLst>
            <pc:docMk/>
            <pc:sldMk cId="0" sldId="266"/>
            <ac:spMk id="20" creationId="{E637EF2B-ACE3-AC9F-9561-0AA27AF09CDB}"/>
          </ac:spMkLst>
        </pc:spChg>
        <pc:picChg chg="add del mod">
          <ac:chgData name="ARADHANA MOHANTY" userId="df870471f20e3fcf" providerId="LiveId" clId="{3A1A0EC8-2862-4E2A-9FC8-60C0806EFC42}" dt="2026-03-20T02:26:32.862" v="496" actId="21"/>
          <ac:picMkLst>
            <pc:docMk/>
            <pc:sldMk cId="0" sldId="266"/>
            <ac:picMk id="3" creationId="{6C33D2E2-A084-50DC-8A27-F4DDE075C293}"/>
          </ac:picMkLst>
        </pc:picChg>
        <pc:picChg chg="add del mod">
          <ac:chgData name="ARADHANA MOHANTY" userId="df870471f20e3fcf" providerId="LiveId" clId="{3A1A0EC8-2862-4E2A-9FC8-60C0806EFC42}" dt="2026-03-20T02:48:53.205" v="720" actId="21"/>
          <ac:picMkLst>
            <pc:docMk/>
            <pc:sldMk cId="0" sldId="266"/>
            <ac:picMk id="7" creationId="{92EC15EE-2B37-FDEA-4930-D9F4F41F1434}"/>
          </ac:picMkLst>
        </pc:picChg>
        <pc:picChg chg="add del mod">
          <ac:chgData name="ARADHANA MOHANTY" userId="df870471f20e3fcf" providerId="LiveId" clId="{3A1A0EC8-2862-4E2A-9FC8-60C0806EFC42}" dt="2026-03-20T02:53:48.591" v="752" actId="21"/>
          <ac:picMkLst>
            <pc:docMk/>
            <pc:sldMk cId="0" sldId="266"/>
            <ac:picMk id="15" creationId="{B62B1773-8BCE-5D29-569B-44C6116FC207}"/>
          </ac:picMkLst>
        </pc:picChg>
        <pc:picChg chg="add mod">
          <ac:chgData name="ARADHANA MOHANTY" userId="df870471f20e3fcf" providerId="LiveId" clId="{3A1A0EC8-2862-4E2A-9FC8-60C0806EFC42}" dt="2026-03-20T02:59:39.491" v="769" actId="1076"/>
          <ac:picMkLst>
            <pc:docMk/>
            <pc:sldMk cId="0" sldId="266"/>
            <ac:picMk id="18" creationId="{8DC5897E-FEBA-6C98-A7DA-7817CB75ECD0}"/>
          </ac:picMkLst>
        </pc:picChg>
        <pc:picChg chg="del">
          <ac:chgData name="ARADHANA MOHANTY" userId="df870471f20e3fcf" providerId="LiveId" clId="{3A1A0EC8-2862-4E2A-9FC8-60C0806EFC42}" dt="2026-03-20T02:12:44.219" v="6" actId="21"/>
          <ac:picMkLst>
            <pc:docMk/>
            <pc:sldMk cId="0" sldId="266"/>
            <ac:picMk id="2051" creationId="{00000000-0000-0000-0000-000000000000}"/>
          </ac:picMkLst>
        </pc:picChg>
      </pc:sldChg>
      <pc:sldChg chg="addSp modSp mod modTransition">
        <pc:chgData name="ARADHANA MOHANTY" userId="df870471f20e3fcf" providerId="LiveId" clId="{3A1A0EC8-2862-4E2A-9FC8-60C0806EFC42}" dt="2026-03-20T03:04:25.866" v="801"/>
        <pc:sldMkLst>
          <pc:docMk/>
          <pc:sldMk cId="2380771543" sldId="269"/>
        </pc:sldMkLst>
        <pc:spChg chg="mod">
          <ac:chgData name="ARADHANA MOHANTY" userId="df870471f20e3fcf" providerId="LiveId" clId="{3A1A0EC8-2862-4E2A-9FC8-60C0806EFC42}" dt="2026-03-20T02:19:23.455" v="223" actId="20577"/>
          <ac:spMkLst>
            <pc:docMk/>
            <pc:sldMk cId="2380771543" sldId="269"/>
            <ac:spMk id="3" creationId="{16FDE335-74A9-1D36-3766-BD0FD98F75AB}"/>
          </ac:spMkLst>
        </pc:spChg>
        <pc:spChg chg="add mod">
          <ac:chgData name="ARADHANA MOHANTY" userId="df870471f20e3fcf" providerId="LiveId" clId="{3A1A0EC8-2862-4E2A-9FC8-60C0806EFC42}" dt="2026-03-20T02:40:25.844" v="615" actId="20577"/>
          <ac:spMkLst>
            <pc:docMk/>
            <pc:sldMk cId="2380771543" sldId="269"/>
            <ac:spMk id="5" creationId="{539FEDB8-CFB0-FD7D-3414-CEDF5539E7AB}"/>
          </ac:spMkLst>
        </pc:spChg>
        <pc:picChg chg="mod">
          <ac:chgData name="ARADHANA MOHANTY" userId="df870471f20e3fcf" providerId="LiveId" clId="{3A1A0EC8-2862-4E2A-9FC8-60C0806EFC42}" dt="2026-03-20T02:18:27.549" v="124" actId="14100"/>
          <ac:picMkLst>
            <pc:docMk/>
            <pc:sldMk cId="2380771543" sldId="269"/>
            <ac:picMk id="6" creationId="{6A5BDED7-F0EA-5956-EA3A-FAC6877CED15}"/>
          </ac:picMkLst>
        </pc:picChg>
      </pc:sldChg>
      <pc:sldChg chg="del">
        <pc:chgData name="ARADHANA MOHANTY" userId="df870471f20e3fcf" providerId="LiveId" clId="{3A1A0EC8-2862-4E2A-9FC8-60C0806EFC42}" dt="2026-03-20T01:47:32.401" v="1" actId="2696"/>
        <pc:sldMkLst>
          <pc:docMk/>
          <pc:sldMk cId="1045137864" sldId="270"/>
        </pc:sldMkLst>
      </pc:sldChg>
      <pc:sldChg chg="del">
        <pc:chgData name="ARADHANA MOHANTY" userId="df870471f20e3fcf" providerId="LiveId" clId="{3A1A0EC8-2862-4E2A-9FC8-60C0806EFC42}" dt="2026-03-20T01:47:24.974" v="0" actId="2696"/>
        <pc:sldMkLst>
          <pc:docMk/>
          <pc:sldMk cId="1339860864" sldId="271"/>
        </pc:sldMkLst>
      </pc:sldChg>
      <pc:sldChg chg="addSp delSp modSp mod modTransition">
        <pc:chgData name="ARADHANA MOHANTY" userId="df870471f20e3fcf" providerId="LiveId" clId="{3A1A0EC8-2862-4E2A-9FC8-60C0806EFC42}" dt="2026-03-20T03:04:30.038" v="802"/>
        <pc:sldMkLst>
          <pc:docMk/>
          <pc:sldMk cId="450772421" sldId="272"/>
        </pc:sldMkLst>
        <pc:spChg chg="add mod">
          <ac:chgData name="ARADHANA MOHANTY" userId="df870471f20e3fcf" providerId="LiveId" clId="{3A1A0EC8-2862-4E2A-9FC8-60C0806EFC42}" dt="2026-03-20T02:40:09.955" v="606" actId="20577"/>
          <ac:spMkLst>
            <pc:docMk/>
            <pc:sldMk cId="450772421" sldId="272"/>
            <ac:spMk id="7" creationId="{5FD3ECD9-4190-6C91-CDA7-FD37BDCD3DC9}"/>
          </ac:spMkLst>
        </pc:spChg>
        <pc:picChg chg="add mod">
          <ac:chgData name="ARADHANA MOHANTY" userId="df870471f20e3fcf" providerId="LiveId" clId="{3A1A0EC8-2862-4E2A-9FC8-60C0806EFC42}" dt="2026-03-20T02:16:39.995" v="30" actId="14100"/>
          <ac:picMkLst>
            <pc:docMk/>
            <pc:sldMk cId="450772421" sldId="272"/>
            <ac:picMk id="6" creationId="{941D3C65-745E-7288-43F1-42A6C881B686}"/>
          </ac:picMkLst>
        </pc:picChg>
        <pc:picChg chg="del">
          <ac:chgData name="ARADHANA MOHANTY" userId="df870471f20e3fcf" providerId="LiveId" clId="{3A1A0EC8-2862-4E2A-9FC8-60C0806EFC42}" dt="2026-03-20T02:16:12.103" v="25" actId="21"/>
          <ac:picMkLst>
            <pc:docMk/>
            <pc:sldMk cId="450772421" sldId="272"/>
            <ac:picMk id="8" creationId="{89B49A06-A6CD-78C3-F1B7-F9B1F239910D}"/>
          </ac:picMkLst>
        </pc:picChg>
      </pc:sldChg>
      <pc:sldChg chg="addSp delSp modSp mod modTransition">
        <pc:chgData name="ARADHANA MOHANTY" userId="df870471f20e3fcf" providerId="LiveId" clId="{3A1A0EC8-2862-4E2A-9FC8-60C0806EFC42}" dt="2026-03-20T03:04:34.970" v="803"/>
        <pc:sldMkLst>
          <pc:docMk/>
          <pc:sldMk cId="335131723" sldId="273"/>
        </pc:sldMkLst>
        <pc:spChg chg="add del mod">
          <ac:chgData name="ARADHANA MOHANTY" userId="df870471f20e3fcf" providerId="LiveId" clId="{3A1A0EC8-2862-4E2A-9FC8-60C0806EFC42}" dt="2026-03-20T02:20:30.052" v="235"/>
          <ac:spMkLst>
            <pc:docMk/>
            <pc:sldMk cId="335131723" sldId="273"/>
            <ac:spMk id="8" creationId="{27E7172A-B003-27CA-0CBA-06758D20214B}"/>
          </ac:spMkLst>
        </pc:spChg>
        <pc:spChg chg="add mod">
          <ac:chgData name="ARADHANA MOHANTY" userId="df870471f20e3fcf" providerId="LiveId" clId="{3A1A0EC8-2862-4E2A-9FC8-60C0806EFC42}" dt="2026-03-20T02:39:58.658" v="600" actId="20577"/>
          <ac:spMkLst>
            <pc:docMk/>
            <pc:sldMk cId="335131723" sldId="273"/>
            <ac:spMk id="11" creationId="{48C71957-F1FD-45E1-3C65-B59C9D03B678}"/>
          </ac:spMkLst>
        </pc:spChg>
        <pc:picChg chg="del">
          <ac:chgData name="ARADHANA MOHANTY" userId="df870471f20e3fcf" providerId="LiveId" clId="{3A1A0EC8-2862-4E2A-9FC8-60C0806EFC42}" dt="2026-03-20T02:19:38.265" v="224" actId="21"/>
          <ac:picMkLst>
            <pc:docMk/>
            <pc:sldMk cId="335131723" sldId="273"/>
            <ac:picMk id="6" creationId="{3FCFAD35-9EF9-F046-59FD-655DF67844A1}"/>
          </ac:picMkLst>
        </pc:picChg>
        <pc:picChg chg="add mod">
          <ac:chgData name="ARADHANA MOHANTY" userId="df870471f20e3fcf" providerId="LiveId" clId="{3A1A0EC8-2862-4E2A-9FC8-60C0806EFC42}" dt="2026-03-20T02:20:01.927" v="229" actId="14100"/>
          <ac:picMkLst>
            <pc:docMk/>
            <pc:sldMk cId="335131723" sldId="273"/>
            <ac:picMk id="7" creationId="{BAE88673-E323-0F89-90D0-CB7D75C83328}"/>
          </ac:picMkLst>
        </pc:picChg>
        <pc:picChg chg="add mod">
          <ac:chgData name="ARADHANA MOHANTY" userId="df870471f20e3fcf" providerId="LiveId" clId="{3A1A0EC8-2862-4E2A-9FC8-60C0806EFC42}" dt="2026-03-20T02:20:19.987" v="232"/>
          <ac:picMkLst>
            <pc:docMk/>
            <pc:sldMk cId="335131723" sldId="273"/>
            <ac:picMk id="9" creationId="{3FCFAD35-9EF9-F046-59FD-655DF67844A1}"/>
          </ac:picMkLst>
        </pc:picChg>
        <pc:picChg chg="add mod">
          <ac:chgData name="ARADHANA MOHANTY" userId="df870471f20e3fcf" providerId="LiveId" clId="{3A1A0EC8-2862-4E2A-9FC8-60C0806EFC42}" dt="2026-03-20T02:20:25.262" v="233"/>
          <ac:picMkLst>
            <pc:docMk/>
            <pc:sldMk cId="335131723" sldId="273"/>
            <ac:picMk id="10" creationId="{625CEE03-5F81-844A-8DDB-4BC063787A5C}"/>
          </ac:picMkLst>
        </pc:picChg>
      </pc:sldChg>
      <pc:sldChg chg="del">
        <pc:chgData name="ARADHANA MOHANTY" userId="df870471f20e3fcf" providerId="LiveId" clId="{3A1A0EC8-2862-4E2A-9FC8-60C0806EFC42}" dt="2026-03-20T01:47:41.709" v="2" actId="2696"/>
        <pc:sldMkLst>
          <pc:docMk/>
          <pc:sldMk cId="193156668" sldId="274"/>
        </pc:sldMkLst>
      </pc:sldChg>
      <pc:sldChg chg="addSp delSp modSp mod modTransition">
        <pc:chgData name="ARADHANA MOHANTY" userId="df870471f20e3fcf" providerId="LiveId" clId="{3A1A0EC8-2862-4E2A-9FC8-60C0806EFC42}" dt="2026-03-20T03:04:37.597" v="804"/>
        <pc:sldMkLst>
          <pc:docMk/>
          <pc:sldMk cId="1452479128" sldId="275"/>
        </pc:sldMkLst>
        <pc:spChg chg="add mod">
          <ac:chgData name="ARADHANA MOHANTY" userId="df870471f20e3fcf" providerId="LiveId" clId="{3A1A0EC8-2862-4E2A-9FC8-60C0806EFC42}" dt="2026-03-20T02:39:45.482" v="586" actId="20577"/>
          <ac:spMkLst>
            <pc:docMk/>
            <pc:sldMk cId="1452479128" sldId="275"/>
            <ac:spMk id="8" creationId="{958220FB-C0B0-07D1-C384-6107C48B84E6}"/>
          </ac:spMkLst>
        </pc:spChg>
        <pc:picChg chg="del">
          <ac:chgData name="ARADHANA MOHANTY" userId="df870471f20e3fcf" providerId="LiveId" clId="{3A1A0EC8-2862-4E2A-9FC8-60C0806EFC42}" dt="2026-03-20T02:35:33.733" v="504" actId="21"/>
          <ac:picMkLst>
            <pc:docMk/>
            <pc:sldMk cId="1452479128" sldId="275"/>
            <ac:picMk id="6" creationId="{90B1233D-30D1-C8C1-934E-B67382B25D41}"/>
          </ac:picMkLst>
        </pc:picChg>
        <pc:picChg chg="add mod">
          <ac:chgData name="ARADHANA MOHANTY" userId="df870471f20e3fcf" providerId="LiveId" clId="{3A1A0EC8-2862-4E2A-9FC8-60C0806EFC42}" dt="2026-03-20T02:36:19.828" v="512" actId="14100"/>
          <ac:picMkLst>
            <pc:docMk/>
            <pc:sldMk cId="1452479128" sldId="275"/>
            <ac:picMk id="7" creationId="{72018458-6715-DA0F-EF10-C751DBC99BA2}"/>
          </ac:picMkLst>
        </pc:picChg>
      </pc:sldChg>
    </pc:docChg>
  </pc:docChgLst>
  <pc:docChgLst>
    <pc:chgData name="Bijoy Laxmi Behera" userId="dae2528d9bffd1a2" providerId="LiveId" clId="{344EA846-2F2C-4CB1-A0E0-C53723055FEB}"/>
    <pc:docChg chg="undo custSel addSld modSld">
      <pc:chgData name="Bijoy Laxmi Behera" userId="dae2528d9bffd1a2" providerId="LiveId" clId="{344EA846-2F2C-4CB1-A0E0-C53723055FEB}" dt="2026-03-20T04:52:14.090" v="559" actId="1076"/>
      <pc:docMkLst>
        <pc:docMk/>
      </pc:docMkLst>
      <pc:sldChg chg="addSp delSp modSp mod">
        <pc:chgData name="Bijoy Laxmi Behera" userId="dae2528d9bffd1a2" providerId="LiveId" clId="{344EA846-2F2C-4CB1-A0E0-C53723055FEB}" dt="2026-03-20T04:52:14.090" v="559" actId="1076"/>
        <pc:sldMkLst>
          <pc:docMk/>
          <pc:sldMk cId="0" sldId="259"/>
        </pc:sldMkLst>
        <pc:picChg chg="add del mod">
          <ac:chgData name="Bijoy Laxmi Behera" userId="dae2528d9bffd1a2" providerId="LiveId" clId="{344EA846-2F2C-4CB1-A0E0-C53723055FEB}" dt="2026-03-20T04:50:22.991" v="550" actId="478"/>
          <ac:picMkLst>
            <pc:docMk/>
            <pc:sldMk cId="0" sldId="259"/>
            <ac:picMk id="3" creationId="{B833B44A-9038-60C2-8F09-615D3722EC53}"/>
          </ac:picMkLst>
        </pc:picChg>
        <pc:picChg chg="add mod">
          <ac:chgData name="Bijoy Laxmi Behera" userId="dae2528d9bffd1a2" providerId="LiveId" clId="{344EA846-2F2C-4CB1-A0E0-C53723055FEB}" dt="2026-03-20T04:50:44.171" v="553" actId="1076"/>
          <ac:picMkLst>
            <pc:docMk/>
            <pc:sldMk cId="0" sldId="259"/>
            <ac:picMk id="8" creationId="{2EDBB999-02C5-A2CA-0C11-20A0080CEC2B}"/>
          </ac:picMkLst>
        </pc:picChg>
        <pc:picChg chg="add mod modCrop">
          <ac:chgData name="Bijoy Laxmi Behera" userId="dae2528d9bffd1a2" providerId="LiveId" clId="{344EA846-2F2C-4CB1-A0E0-C53723055FEB}" dt="2026-03-20T04:52:14.090" v="559" actId="1076"/>
          <ac:picMkLst>
            <pc:docMk/>
            <pc:sldMk cId="0" sldId="259"/>
            <ac:picMk id="10" creationId="{8B3DF240-DAE9-CC5C-B082-BCFFA7CC0DF8}"/>
          </ac:picMkLst>
        </pc:picChg>
        <pc:picChg chg="del">
          <ac:chgData name="Bijoy Laxmi Behera" userId="dae2528d9bffd1a2" providerId="LiveId" clId="{344EA846-2F2C-4CB1-A0E0-C53723055FEB}" dt="2026-03-20T04:49:34.074" v="546" actId="478"/>
          <ac:picMkLst>
            <pc:docMk/>
            <pc:sldMk cId="0" sldId="259"/>
            <ac:picMk id="1028" creationId="{00000000-0000-0000-0000-000000000000}"/>
          </ac:picMkLst>
        </pc:picChg>
        <pc:picChg chg="del">
          <ac:chgData name="Bijoy Laxmi Behera" userId="dae2528d9bffd1a2" providerId="LiveId" clId="{344EA846-2F2C-4CB1-A0E0-C53723055FEB}" dt="2026-03-20T04:51:52.245" v="554" actId="478"/>
          <ac:picMkLst>
            <pc:docMk/>
            <pc:sldMk cId="0" sldId="259"/>
            <ac:picMk id="1029" creationId="{00000000-0000-0000-0000-000000000000}"/>
          </ac:picMkLst>
        </pc:picChg>
      </pc:sldChg>
      <pc:sldChg chg="modSp mod">
        <pc:chgData name="Bijoy Laxmi Behera" userId="dae2528d9bffd1a2" providerId="LiveId" clId="{344EA846-2F2C-4CB1-A0E0-C53723055FEB}" dt="2026-03-20T04:37:18.817" v="199" actId="20577"/>
        <pc:sldMkLst>
          <pc:docMk/>
          <pc:sldMk cId="0" sldId="260"/>
        </pc:sldMkLst>
        <pc:spChg chg="mod">
          <ac:chgData name="Bijoy Laxmi Behera" userId="dae2528d9bffd1a2" providerId="LiveId" clId="{344EA846-2F2C-4CB1-A0E0-C53723055FEB}" dt="2026-03-20T03:44:57.316" v="59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Bijoy Laxmi Behera" userId="dae2528d9bffd1a2" providerId="LiveId" clId="{344EA846-2F2C-4CB1-A0E0-C53723055FEB}" dt="2026-03-20T04:37:18.817" v="199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Bijoy Laxmi Behera" userId="dae2528d9bffd1a2" providerId="LiveId" clId="{344EA846-2F2C-4CB1-A0E0-C53723055FEB}" dt="2026-03-20T03:42:56.807" v="0" actId="20577"/>
        <pc:sldMkLst>
          <pc:docMk/>
          <pc:sldMk cId="0" sldId="262"/>
        </pc:sldMkLst>
        <pc:spChg chg="mod">
          <ac:chgData name="Bijoy Laxmi Behera" userId="dae2528d9bffd1a2" providerId="LiveId" clId="{344EA846-2F2C-4CB1-A0E0-C53723055FEB}" dt="2026-03-20T03:42:56.807" v="0" actId="20577"/>
          <ac:spMkLst>
            <pc:docMk/>
            <pc:sldMk cId="0" sldId="262"/>
            <ac:spMk id="5" creationId="{00000000-0000-0000-0000-000000000000}"/>
          </ac:spMkLst>
        </pc:spChg>
      </pc:sldChg>
      <pc:sldChg chg="addSp delSp modSp mod">
        <pc:chgData name="Bijoy Laxmi Behera" userId="dae2528d9bffd1a2" providerId="LiveId" clId="{344EA846-2F2C-4CB1-A0E0-C53723055FEB}" dt="2026-03-20T04:18:21.764" v="134" actId="1038"/>
        <pc:sldMkLst>
          <pc:docMk/>
          <pc:sldMk cId="0" sldId="263"/>
        </pc:sldMkLst>
        <pc:spChg chg="mod ord">
          <ac:chgData name="Bijoy Laxmi Behera" userId="dae2528d9bffd1a2" providerId="LiveId" clId="{344EA846-2F2C-4CB1-A0E0-C53723055FEB}" dt="2026-03-20T04:16:38.211" v="98" actId="207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Bijoy Laxmi Behera" userId="dae2528d9bffd1a2" providerId="LiveId" clId="{344EA846-2F2C-4CB1-A0E0-C53723055FEB}" dt="2026-03-20T04:18:21.764" v="134" actId="1038"/>
          <ac:spMkLst>
            <pc:docMk/>
            <pc:sldMk cId="0" sldId="263"/>
            <ac:spMk id="16" creationId="{8AD32BDC-1362-78B3-66F5-9C37558FB939}"/>
          </ac:spMkLst>
        </pc:spChg>
        <pc:picChg chg="add mod modCrop">
          <ac:chgData name="Bijoy Laxmi Behera" userId="dae2528d9bffd1a2" providerId="LiveId" clId="{344EA846-2F2C-4CB1-A0E0-C53723055FEB}" dt="2026-03-20T04:09:21.632" v="63" actId="14100"/>
          <ac:picMkLst>
            <pc:docMk/>
            <pc:sldMk cId="0" sldId="263"/>
            <ac:picMk id="3" creationId="{3C39A28B-FCA4-BE9C-476E-3396DD46A09E}"/>
          </ac:picMkLst>
        </pc:picChg>
        <pc:picChg chg="add del mod">
          <ac:chgData name="Bijoy Laxmi Behera" userId="dae2528d9bffd1a2" providerId="LiveId" clId="{344EA846-2F2C-4CB1-A0E0-C53723055FEB}" dt="2026-03-20T04:09:36.043" v="65" actId="478"/>
          <ac:picMkLst>
            <pc:docMk/>
            <pc:sldMk cId="0" sldId="263"/>
            <ac:picMk id="9" creationId="{196BBC0F-17E4-51CC-903B-FBEDC40D6FCA}"/>
          </ac:picMkLst>
        </pc:picChg>
        <pc:picChg chg="add mod modCrop">
          <ac:chgData name="Bijoy Laxmi Behera" userId="dae2528d9bffd1a2" providerId="LiveId" clId="{344EA846-2F2C-4CB1-A0E0-C53723055FEB}" dt="2026-03-20T04:17:45.331" v="104" actId="14100"/>
          <ac:picMkLst>
            <pc:docMk/>
            <pc:sldMk cId="0" sldId="263"/>
            <ac:picMk id="11" creationId="{06176E1E-AB60-A7EE-A41C-844CF4331B56}"/>
          </ac:picMkLst>
        </pc:picChg>
        <pc:picChg chg="add mod">
          <ac:chgData name="Bijoy Laxmi Behera" userId="dae2528d9bffd1a2" providerId="LiveId" clId="{344EA846-2F2C-4CB1-A0E0-C53723055FEB}" dt="2026-03-20T04:16:20.747" v="96" actId="14100"/>
          <ac:picMkLst>
            <pc:docMk/>
            <pc:sldMk cId="0" sldId="263"/>
            <ac:picMk id="13" creationId="{2A0AFA8C-5AB4-3B10-D32B-44948A8047EC}"/>
          </ac:picMkLst>
        </pc:picChg>
        <pc:picChg chg="add mod">
          <ac:chgData name="Bijoy Laxmi Behera" userId="dae2528d9bffd1a2" providerId="LiveId" clId="{344EA846-2F2C-4CB1-A0E0-C53723055FEB}" dt="2026-03-20T04:15:50.089" v="88" actId="1076"/>
          <ac:picMkLst>
            <pc:docMk/>
            <pc:sldMk cId="0" sldId="263"/>
            <ac:picMk id="15" creationId="{1319FACB-F9C9-5A2A-F7EC-0038DA271CB1}"/>
          </ac:picMkLst>
        </pc:picChg>
      </pc:sldChg>
      <pc:sldChg chg="modSp mod">
        <pc:chgData name="Bijoy Laxmi Behera" userId="dae2528d9bffd1a2" providerId="LiveId" clId="{344EA846-2F2C-4CB1-A0E0-C53723055FEB}" dt="2026-03-20T04:17:16.679" v="101" actId="20577"/>
        <pc:sldMkLst>
          <pc:docMk/>
          <pc:sldMk cId="0" sldId="264"/>
        </pc:sldMkLst>
        <pc:spChg chg="mod">
          <ac:chgData name="Bijoy Laxmi Behera" userId="dae2528d9bffd1a2" providerId="LiveId" clId="{344EA846-2F2C-4CB1-A0E0-C53723055FEB}" dt="2026-03-20T04:17:16.679" v="101" actId="20577"/>
          <ac:spMkLst>
            <pc:docMk/>
            <pc:sldMk cId="0" sldId="264"/>
            <ac:spMk id="10" creationId="{273C684B-F088-3EEC-FD4C-9408508E4739}"/>
          </ac:spMkLst>
        </pc:spChg>
      </pc:sldChg>
      <pc:sldChg chg="modSp mod">
        <pc:chgData name="Bijoy Laxmi Behera" userId="dae2528d9bffd1a2" providerId="LiveId" clId="{344EA846-2F2C-4CB1-A0E0-C53723055FEB}" dt="2026-03-20T04:47:19.947" v="545" actId="20577"/>
        <pc:sldMkLst>
          <pc:docMk/>
          <pc:sldMk cId="0" sldId="267"/>
        </pc:sldMkLst>
        <pc:spChg chg="mod">
          <ac:chgData name="Bijoy Laxmi Behera" userId="dae2528d9bffd1a2" providerId="LiveId" clId="{344EA846-2F2C-4CB1-A0E0-C53723055FEB}" dt="2026-03-20T04:47:19.947" v="545" actId="20577"/>
          <ac:spMkLst>
            <pc:docMk/>
            <pc:sldMk cId="0" sldId="267"/>
            <ac:spMk id="8" creationId="{00000000-0000-0000-0000-000000000000}"/>
          </ac:spMkLst>
        </pc:spChg>
      </pc:sldChg>
      <pc:sldChg chg="addSp delSp modSp mod">
        <pc:chgData name="Bijoy Laxmi Behera" userId="dae2528d9bffd1a2" providerId="LiveId" clId="{344EA846-2F2C-4CB1-A0E0-C53723055FEB}" dt="2026-03-20T03:43:57.345" v="29" actId="478"/>
        <pc:sldMkLst>
          <pc:docMk/>
          <pc:sldMk cId="450772421" sldId="272"/>
        </pc:sldMkLst>
        <pc:spChg chg="add del mod">
          <ac:chgData name="Bijoy Laxmi Behera" userId="dae2528d9bffd1a2" providerId="LiveId" clId="{344EA846-2F2C-4CB1-A0E0-C53723055FEB}" dt="2026-03-20T03:43:57.345" v="29" actId="478"/>
          <ac:spMkLst>
            <pc:docMk/>
            <pc:sldMk cId="450772421" sldId="272"/>
            <ac:spMk id="5" creationId="{44E1239B-6D6B-401E-44B3-F0A4915DC964}"/>
          </ac:spMkLst>
        </pc:spChg>
      </pc:sldChg>
      <pc:sldChg chg="addSp delSp modSp new mod">
        <pc:chgData name="Bijoy Laxmi Behera" userId="dae2528d9bffd1a2" providerId="LiveId" clId="{344EA846-2F2C-4CB1-A0E0-C53723055FEB}" dt="2026-03-20T04:36:30.249" v="179" actId="1076"/>
        <pc:sldMkLst>
          <pc:docMk/>
          <pc:sldMk cId="2317048279" sldId="276"/>
        </pc:sldMkLst>
        <pc:spChg chg="del">
          <ac:chgData name="Bijoy Laxmi Behera" userId="dae2528d9bffd1a2" providerId="LiveId" clId="{344EA846-2F2C-4CB1-A0E0-C53723055FEB}" dt="2026-03-20T04:18:36.614" v="135" actId="478"/>
          <ac:spMkLst>
            <pc:docMk/>
            <pc:sldMk cId="2317048279" sldId="276"/>
            <ac:spMk id="2" creationId="{1CC83568-4022-A94A-D628-1DDA96E4647D}"/>
          </ac:spMkLst>
        </pc:spChg>
        <pc:spChg chg="mod">
          <ac:chgData name="Bijoy Laxmi Behera" userId="dae2528d9bffd1a2" providerId="LiveId" clId="{344EA846-2F2C-4CB1-A0E0-C53723055FEB}" dt="2026-03-20T04:33:26.599" v="140"/>
          <ac:spMkLst>
            <pc:docMk/>
            <pc:sldMk cId="2317048279" sldId="276"/>
            <ac:spMk id="5" creationId="{F022432A-90C8-FFE3-0F13-1493CDC23FEA}"/>
          </ac:spMkLst>
        </pc:spChg>
        <pc:spChg chg="add del">
          <ac:chgData name="Bijoy Laxmi Behera" userId="dae2528d9bffd1a2" providerId="LiveId" clId="{344EA846-2F2C-4CB1-A0E0-C53723055FEB}" dt="2026-03-20T04:32:45.055" v="137" actId="22"/>
          <ac:spMkLst>
            <pc:docMk/>
            <pc:sldMk cId="2317048279" sldId="276"/>
            <ac:spMk id="7" creationId="{68DDAED5-38F4-6F6E-ED06-86E964B22455}"/>
          </ac:spMkLst>
        </pc:spChg>
        <pc:spChg chg="add mod">
          <ac:chgData name="Bijoy Laxmi Behera" userId="dae2528d9bffd1a2" providerId="LiveId" clId="{344EA846-2F2C-4CB1-A0E0-C53723055FEB}" dt="2026-03-20T04:34:57.169" v="171" actId="1076"/>
          <ac:spMkLst>
            <pc:docMk/>
            <pc:sldMk cId="2317048279" sldId="276"/>
            <ac:spMk id="10" creationId="{FEE9C512-9BA3-EADA-542D-A901642375A6}"/>
          </ac:spMkLst>
        </pc:spChg>
        <pc:picChg chg="add mod">
          <ac:chgData name="Bijoy Laxmi Behera" userId="dae2528d9bffd1a2" providerId="LiveId" clId="{344EA846-2F2C-4CB1-A0E0-C53723055FEB}" dt="2026-03-20T04:36:30.249" v="179" actId="1076"/>
          <ac:picMkLst>
            <pc:docMk/>
            <pc:sldMk cId="2317048279" sldId="276"/>
            <ac:picMk id="9" creationId="{1404B561-0B2F-FF07-C6A2-1559357E4DB3}"/>
          </ac:picMkLst>
        </pc:picChg>
      </pc:sldChg>
      <pc:sldChg chg="addSp delSp modSp new mod">
        <pc:chgData name="Bijoy Laxmi Behera" userId="dae2528d9bffd1a2" providerId="LiveId" clId="{344EA846-2F2C-4CB1-A0E0-C53723055FEB}" dt="2026-03-20T04:36:48.667" v="196" actId="14100"/>
        <pc:sldMkLst>
          <pc:docMk/>
          <pc:sldMk cId="2199628374" sldId="277"/>
        </pc:sldMkLst>
        <pc:spChg chg="del">
          <ac:chgData name="Bijoy Laxmi Behera" userId="dae2528d9bffd1a2" providerId="LiveId" clId="{344EA846-2F2C-4CB1-A0E0-C53723055FEB}" dt="2026-03-20T04:35:12.555" v="173" actId="478"/>
          <ac:spMkLst>
            <pc:docMk/>
            <pc:sldMk cId="2199628374" sldId="277"/>
            <ac:spMk id="2" creationId="{6B9B2412-E62F-396E-7FFE-6F0D729A3179}"/>
          </ac:spMkLst>
        </pc:spChg>
        <pc:spChg chg="add mod">
          <ac:chgData name="Bijoy Laxmi Behera" userId="dae2528d9bffd1a2" providerId="LiveId" clId="{344EA846-2F2C-4CB1-A0E0-C53723055FEB}" dt="2026-03-20T04:36:48.667" v="196" actId="14100"/>
          <ac:spMkLst>
            <pc:docMk/>
            <pc:sldMk cId="2199628374" sldId="277"/>
            <ac:spMk id="8" creationId="{6021E92F-D1FD-0008-88DB-B882CE2F25B1}"/>
          </ac:spMkLst>
        </pc:spChg>
        <pc:picChg chg="add mod">
          <ac:chgData name="Bijoy Laxmi Behera" userId="dae2528d9bffd1a2" providerId="LiveId" clId="{344EA846-2F2C-4CB1-A0E0-C53723055FEB}" dt="2026-03-20T04:36:21.235" v="178" actId="1076"/>
          <ac:picMkLst>
            <pc:docMk/>
            <pc:sldMk cId="2199628374" sldId="277"/>
            <ac:picMk id="7" creationId="{C7043288-AAF2-A136-0D0E-478B9E278C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75A9B-001E-4998-ACF7-CAE2A0D1A36A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3F872-59BE-4669-8472-57AE7DFC12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9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CA204EA-A861-4620-B895-733C6DD90767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0E45744-AFE2-445E-A0E2-AB11C67E2C0B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Silicon Institute of Technology, Bhubaneswar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A7AADDD-F94D-4DFB-ACDA-BE82BD684A91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7E07-FFCA-4312-9C5D-14378039444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1579-46F8-4E5B-AFB5-2A884804F88A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C8C41B6-CB1E-4330-9224-C2FC9AEBBB10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Silicon Institute of Technology, Bhubaneswar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F62DB-285D-4B95-9A98-5390BAA871B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B053DED-A45B-4E8B-AE13-2DA4EFAC2D4F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Silicon Institute of Technology, Bhubaneswar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C5F07D1-A69F-4BDE-BFF5-8BB8F5AD8CDC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Silicon Institute of Technology, Bhubaneswar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7D570-4B14-4D8B-B44C-FE21CC1A775F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190A9-394F-4772-A7AE-E9BDEB4FF23D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46C5562-23E3-4E1A-8E31-8B9311AFF2EF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Silicon Institute of Technology, Bhubaneswar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mongodb/" TargetMode="External"/><Relationship Id="rId3" Type="http://schemas.openxmlformats.org/officeDocument/2006/relationships/hyperlink" Target="https://expressjs.com/" TargetMode="External"/><Relationship Id="rId7" Type="http://schemas.openxmlformats.org/officeDocument/2006/relationships/hyperlink" Target="available:%20https://jwt.io/introduction/" TargetMode="External"/><Relationship Id="rId2" Type="http://schemas.openxmlformats.org/officeDocument/2006/relationships/hyperlink" Target="https://stitch.withgoogle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ongoosejs.com/docs/" TargetMode="External"/><Relationship Id="rId5" Type="http://schemas.openxmlformats.org/officeDocument/2006/relationships/hyperlink" Target="https://nodejs.org/en/docs/" TargetMode="External"/><Relationship Id="rId4" Type="http://schemas.openxmlformats.org/officeDocument/2006/relationships/hyperlink" Target="available:%20https://reactjs.org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2939268"/>
            <a:ext cx="5714830" cy="1541144"/>
          </a:xfrm>
          <a:ln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CC"/>
                </a:solidFill>
                <a:latin typeface="Verdana" pitchFamily="34" charset="0"/>
                <a:ea typeface="Verdana" pitchFamily="34" charset="0"/>
              </a:rPr>
              <a:t>Submitted By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Bijoy Laxmi Behera	</a:t>
            </a:r>
            <a:r>
              <a:rPr lang="en-US" sz="1400" dirty="0">
                <a:latin typeface="Verdana" pitchFamily="34" charset="0"/>
                <a:ea typeface="Verdana" pitchFamily="34" charset="0"/>
              </a:rPr>
              <a:t>(SIC. No. 24MMCD79)</a:t>
            </a:r>
          </a:p>
          <a:p>
            <a:pPr>
              <a:spcAft>
                <a:spcPts val="600"/>
              </a:spcAft>
            </a:pPr>
            <a:r>
              <a:rPr lang="en-US" sz="1600" dirty="0" err="1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Rojalin</a:t>
            </a:r>
            <a:r>
              <a:rPr lang="en-US" sz="16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 Mohanty	</a:t>
            </a:r>
            <a:r>
              <a:rPr lang="en-US" sz="1400" dirty="0">
                <a:latin typeface="Verdana" pitchFamily="34" charset="0"/>
                <a:ea typeface="Verdana" pitchFamily="34" charset="0"/>
              </a:rPr>
              <a:t>(SIC. No. 24MMCD86)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Aradhana Mohanty         </a:t>
            </a:r>
            <a:r>
              <a:rPr lang="en-US" sz="1400" dirty="0">
                <a:latin typeface="Verdana" pitchFamily="34" charset="0"/>
                <a:ea typeface="Verdana" pitchFamily="34" charset="0"/>
              </a:rPr>
              <a:t>(SIC. No. 24MMCD89)</a:t>
            </a:r>
          </a:p>
          <a:p>
            <a:pPr>
              <a:spcAft>
                <a:spcPts val="600"/>
              </a:spcAft>
            </a:pPr>
            <a:endParaRPr lang="en-US" sz="16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Verdana" pitchFamily="34" charset="0"/>
                <a:ea typeface="Verdana" pitchFamily="34" charset="0"/>
              </a:rPr>
              <a:t>Department of </a:t>
            </a:r>
          </a:p>
          <a:p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Verdana" pitchFamily="34" charset="0"/>
                <a:ea typeface="Verdana" pitchFamily="34" charset="0"/>
              </a:rPr>
              <a:t>Computer Applications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499610" y="5410200"/>
            <a:ext cx="5196590" cy="1066800"/>
          </a:xfrm>
          <a:prstGeom prst="rect">
            <a:avLst/>
          </a:prstGeom>
          <a:ln>
            <a:noFill/>
          </a:ln>
        </p:spPr>
        <p:txBody>
          <a:bodyPr vert="horz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n-cs"/>
              </a:rPr>
              <a:t>Under the Supervision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lang="en-US" sz="1600" b="1" dirty="0">
                <a:latin typeface="Verdana" pitchFamily="34" charset="0"/>
                <a:ea typeface="Verdana" pitchFamily="34" charset="0"/>
              </a:rPr>
              <a:t>Prof.(Dr) Bhagwat Prasad Chaudhary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n-cs"/>
              </a:rPr>
              <a:t>Sr. Assistant Professor, Department of Computer Science and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6260" y="990600"/>
            <a:ext cx="61931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rial Rounded MT Bold" pitchFamily="34" charset="0"/>
              </a:rPr>
              <a:t>Welcome to Interim Project Presentation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4126468"/>
            <a:ext cx="13266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latin typeface="Arial Black" pitchFamily="34" charset="0"/>
              </a:rPr>
              <a:t>MCA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830" y="37454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 Black" pitchFamily="34" charset="0"/>
              </a:rPr>
              <a:t>Group 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200" y="1604665"/>
            <a:ext cx="6781800" cy="892552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600" b="1" dirty="0" err="1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QuickBite</a:t>
            </a:r>
            <a:r>
              <a:rPr lang="en-US" sz="26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: A Food Ordering &amp; Subscription Application</a:t>
            </a:r>
            <a:endParaRPr lang="en-US" sz="2600" b="1" dirty="0"/>
          </a:p>
        </p:txBody>
      </p:sp>
      <p:pic>
        <p:nvPicPr>
          <p:cNvPr id="12" name="Picture 11" descr="https://silicon.ac.in/wp-content/themes/sit/assets/img/logo-7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239" y="128588"/>
            <a:ext cx="17526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499610" y="4598818"/>
            <a:ext cx="6263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4</a:t>
            </a:r>
            <a:r>
              <a:rPr lang="en-US" b="1" baseline="30000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th</a:t>
            </a:r>
            <a:r>
              <a:rPr lang="en-US" b="1" dirty="0">
                <a:solidFill>
                  <a:srgbClr val="00B050"/>
                </a:solidFill>
                <a:latin typeface="Verdana" pitchFamily="34" charset="0"/>
                <a:ea typeface="Verdana" pitchFamily="34" charset="0"/>
              </a:rPr>
              <a:t> Semester MCA</a:t>
            </a:r>
            <a:endParaRPr lang="en-US" sz="1600" b="1" dirty="0">
              <a:solidFill>
                <a:srgbClr val="00B050"/>
              </a:solidFill>
              <a:latin typeface="Verdana" pitchFamily="34" charset="0"/>
              <a:ea typeface="Verdan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3/20/2016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198438"/>
            <a:ext cx="7924800" cy="6397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Background of the Study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190" y="1062336"/>
            <a:ext cx="7605010" cy="2169825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India’s online food delivery market is growing rapidly.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Traditional ordering methods are inefficient and error-prone.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Existing platforms lack subscription meal plans.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No unified system for ordering, subscriptions, and provider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190" y="3456298"/>
            <a:ext cx="2118610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+mj-c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190" y="4038600"/>
            <a:ext cx="7590020" cy="247760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Develop a MERN-based food ordering and subscription platform.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Implement secure authentication (JWT + OTP).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Provide a user-friendly interface for ordering and subscriptions.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Create an admin dashboard for management and monitoring.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7924800" cy="639762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19200"/>
            <a:ext cx="7162800" cy="224355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344488" indent="-344488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Existing food ordering apps do not support subscription-based meal plans (weekly/monthly) essential for college students and daily meal services</a:t>
            </a:r>
          </a:p>
          <a:p>
            <a:pPr marL="344488" indent="-344488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 Food providers lack a dedicated portal to manage their menus, track orders, and communicate with customers efficiently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10000"/>
            <a:ext cx="7162800" cy="1942206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 marL="344488" indent="-344488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No integrated delivery tracking or partner assignment system within a single lightweight MERN application</a:t>
            </a:r>
          </a:p>
          <a:p>
            <a:pPr marL="344488" indent="-344488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Manual processes lead to order mismatches, payment delays, and lack of real-time status updates for customers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3/20/2026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92771" y="990600"/>
            <a:ext cx="6203435" cy="4648200"/>
            <a:chOff x="2708507" y="692223"/>
            <a:chExt cx="3826159" cy="4417607"/>
          </a:xfrm>
        </p:grpSpPr>
        <p:sp>
          <p:nvSpPr>
            <p:cNvPr id="4" name="Rounded Rectangle 3"/>
            <p:cNvSpPr/>
            <p:nvPr/>
          </p:nvSpPr>
          <p:spPr>
            <a:xfrm>
              <a:off x="2708507" y="692223"/>
              <a:ext cx="3806893" cy="378341"/>
            </a:xfrm>
            <a:prstGeom prst="roundRect">
              <a:avLst/>
            </a:prstGeom>
            <a:solidFill>
              <a:srgbClr val="66FFFF"/>
            </a:solidFill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	Problem Identification &amp; Requirement Analysis</a:t>
              </a:r>
              <a:endParaRPr lang="en-IN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27772" y="1357298"/>
              <a:ext cx="3806893" cy="35719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System Design (Architecture &amp; Database Design)</a:t>
              </a:r>
              <a:endParaRPr lang="en-IN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27772" y="1952126"/>
              <a:ext cx="3806894" cy="427647"/>
            </a:xfrm>
            <a:prstGeom prst="roundRect">
              <a:avLst/>
            </a:prstGeom>
            <a:solidFill>
              <a:srgbClr val="66FFFF"/>
            </a:solidFill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Frontend Development using React.js</a:t>
              </a:r>
              <a:endParaRPr lang="en-IN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727772" y="4034046"/>
              <a:ext cx="3806894" cy="424009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System Testing &amp; Debugging   </a:t>
              </a:r>
              <a:endParaRPr lang="en-IN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727772" y="4747731"/>
              <a:ext cx="3806893" cy="362099"/>
            </a:xfrm>
            <a:prstGeom prst="roundRect">
              <a:avLst/>
            </a:prstGeom>
            <a:solidFill>
              <a:srgbClr val="99FFCC"/>
            </a:solidFill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Deployment &amp; Real-Time Usage</a:t>
              </a:r>
              <a:endParaRPr lang="en-IN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15" name="Down Arrow 14"/>
            <p:cNvSpPr/>
            <p:nvPr/>
          </p:nvSpPr>
          <p:spPr>
            <a:xfrm>
              <a:off x="4572000" y="1161456"/>
              <a:ext cx="71438" cy="142876"/>
            </a:xfrm>
            <a:prstGeom prst="downArrow">
              <a:avLst/>
            </a:prstGeom>
            <a:solidFill>
              <a:srgbClr val="00206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4572000" y="1732960"/>
              <a:ext cx="71438" cy="142876"/>
            </a:xfrm>
            <a:prstGeom prst="downArrow">
              <a:avLst/>
            </a:prstGeom>
            <a:solidFill>
              <a:srgbClr val="00206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4572000" y="2444545"/>
              <a:ext cx="71438" cy="142876"/>
            </a:xfrm>
            <a:prstGeom prst="downArrow">
              <a:avLst/>
            </a:prstGeom>
            <a:solidFill>
              <a:srgbClr val="00206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21" name="Down Arrow 20"/>
            <p:cNvSpPr/>
            <p:nvPr/>
          </p:nvSpPr>
          <p:spPr>
            <a:xfrm>
              <a:off x="4572000" y="3154497"/>
              <a:ext cx="71438" cy="142875"/>
            </a:xfrm>
            <a:prstGeom prst="downArrow">
              <a:avLst/>
            </a:prstGeom>
            <a:solidFill>
              <a:srgbClr val="00206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4572000" y="3806276"/>
              <a:ext cx="71438" cy="142876"/>
            </a:xfrm>
            <a:prstGeom prst="downArrow">
              <a:avLst/>
            </a:prstGeom>
            <a:solidFill>
              <a:srgbClr val="00206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B95B-ACAF-4FB4-88B4-0B7375E145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524000" y="3810000"/>
            <a:ext cx="6172199" cy="393783"/>
          </a:xfrm>
          <a:prstGeom prst="roundRect">
            <a:avLst/>
          </a:prstGeom>
          <a:solidFill>
            <a:srgbClr val="99FFCC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2" tIns="45716" rIns="91432" bIns="45716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Module Development (Customer, Vendor, Admin, Delivery Partner)</a:t>
            </a:r>
            <a:endParaRPr lang="en-IN" sz="14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Work Flow Diagram	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524000" y="3062990"/>
            <a:ext cx="6172201" cy="446142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Backend Development using Node.js, Express.js, MongoDB</a:t>
            </a:r>
            <a:endParaRPr lang="en-IN" sz="14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4532376" y="5029200"/>
            <a:ext cx="115824" cy="150333"/>
          </a:xfrm>
          <a:prstGeom prst="downArrow">
            <a:avLst/>
          </a:prstGeom>
          <a:solidFill>
            <a:srgbClr val="002060"/>
          </a:solidFill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3/20/2026</a:t>
            </a: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2ACD5-1F8B-85CF-CD10-A9E760C4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F62DB-285D-4B95-9A98-5390BAA871B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FDE335-74A9-1D36-3766-BD0FD98F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Silicon University, Odisha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547D9-7293-4345-6E92-7883C6B6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BDED7-F0EA-5956-EA3A-FAC6877CE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89" y="990600"/>
            <a:ext cx="7794727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9FEDB8-CFB0-FD7D-3414-CEDF5539E7AB}"/>
              </a:ext>
            </a:extLst>
          </p:cNvPr>
          <p:cNvSpPr txBox="1"/>
          <p:nvPr/>
        </p:nvSpPr>
        <p:spPr>
          <a:xfrm>
            <a:off x="334289" y="268034"/>
            <a:ext cx="789531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                             Architecture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77154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C0D23-471C-0698-9D28-24FE2E0A6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F62DB-285D-4B95-9A98-5390BAA871B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9CE06-4E7D-F16F-A01A-4B9441B3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Silicon University, Odisha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2237C-2832-EE99-A307-0E1873BA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1D3C65-745E-7288-43F1-42A6C881B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965200"/>
            <a:ext cx="7353300" cy="490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D3ECD9-4190-6C91-CDA7-FD37BDCD3DC9}"/>
              </a:ext>
            </a:extLst>
          </p:cNvPr>
          <p:cNvSpPr txBox="1"/>
          <p:nvPr/>
        </p:nvSpPr>
        <p:spPr>
          <a:xfrm>
            <a:off x="356616" y="533399"/>
            <a:ext cx="80467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                                      DFD LEVEL 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F5E03-6288-B67D-3882-78DE1880F821}"/>
              </a:ext>
            </a:extLst>
          </p:cNvPr>
          <p:cNvSpPr txBox="1"/>
          <p:nvPr/>
        </p:nvSpPr>
        <p:spPr>
          <a:xfrm>
            <a:off x="4750308" y="2042921"/>
            <a:ext cx="32766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Menu details/Subscription Request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5077242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5C2D6-36DB-62D3-28E5-4A3223C0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F62DB-285D-4B95-9A98-5390BAA871B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AFC2D-0816-11BF-3512-4A54E3F7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Silicon University ,Odisha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C19F2-3637-115F-3F9C-B111795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88673-E323-0F89-90D0-CB7D75C83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7239000" cy="482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C71957-F1FD-45E1-3C65-B59C9D03B678}"/>
              </a:ext>
            </a:extLst>
          </p:cNvPr>
          <p:cNvSpPr txBox="1"/>
          <p:nvPr/>
        </p:nvSpPr>
        <p:spPr>
          <a:xfrm>
            <a:off x="152400" y="519668"/>
            <a:ext cx="84582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                                        DFD LEVEL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3172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ED95C-F5B0-DD3D-A1F3-0D3F46A3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F62DB-285D-4B95-9A98-5390BAA871BE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EE7CD-E675-78D6-6147-35793EF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Silicon University , Odisha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8673F-BED3-E95E-6FCC-B58D5C53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18458-6715-DA0F-EF10-C751DBC9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93800"/>
            <a:ext cx="7010400" cy="467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8220FB-C0B0-07D1-C384-6107C48B84E6}"/>
              </a:ext>
            </a:extLst>
          </p:cNvPr>
          <p:cNvSpPr txBox="1"/>
          <p:nvPr/>
        </p:nvSpPr>
        <p:spPr>
          <a:xfrm>
            <a:off x="152400" y="533400"/>
            <a:ext cx="825093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                                     USE CASE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47912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+mj-cs"/>
              </a:rPr>
              <a:t>Technology U</a:t>
            </a: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sed:	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5384" y="990600"/>
            <a:ext cx="76718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344488">
              <a:spcAft>
                <a:spcPts val="1200"/>
              </a:spcAft>
              <a:buFont typeface="Courier New" pitchFamily="49" charset="0"/>
              <a:buChar char="o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MongoDB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— NoSQL document database; stores Users, Orders, Food Items, Subscriptions, Delivery Partners</a:t>
            </a:r>
          </a:p>
          <a:p>
            <a:pPr marL="344488" indent="-344488">
              <a:spcAft>
                <a:spcPts val="1200"/>
              </a:spcAft>
              <a:buFont typeface="Courier New" pitchFamily="49" charset="0"/>
              <a:buChar char="o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Express.js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— Lightweight Node.js framework; RESTful API routing, middleware, JWT auth &amp; error handling</a:t>
            </a:r>
          </a:p>
          <a:p>
            <a:pPr marL="344488" indent="-344488">
              <a:spcAft>
                <a:spcPts val="1200"/>
              </a:spcAft>
              <a:buFont typeface="Courier New" pitchFamily="49" charset="0"/>
              <a:buChar char="o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React + Vite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— Modern frontend SPA; role-based dashboards, cart, real-time order tracking UI</a:t>
            </a:r>
          </a:p>
          <a:p>
            <a:pPr marL="344488" indent="-344488">
              <a:spcAft>
                <a:spcPts val="1200"/>
              </a:spcAft>
              <a:buFont typeface="Courier New" pitchFamily="49" charset="0"/>
              <a:buChar char="o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Node.js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— JavaScript runtime environment; handles async requests, OTP emails &amp; backend logic </a:t>
            </a:r>
          </a:p>
          <a:p>
            <a:pPr marL="344488" indent="-344488">
              <a:spcAft>
                <a:spcPts val="1200"/>
              </a:spcAft>
              <a:buFont typeface="Courier New" pitchFamily="49" charset="0"/>
              <a:buChar char="o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Core Modules: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Auth &amp; </a:t>
            </a:r>
            <a:r>
              <a:rPr lang="en-US" sz="2000">
                <a:latin typeface="Verdana" pitchFamily="34" charset="0"/>
                <a:ea typeface="Verdana" pitchFamily="34" charset="0"/>
              </a:rPr>
              <a:t>JWT •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Menu Management • Cart &amp; Orders • Subscriptions • Admin Panel • Reviews &amp; Ratings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119777" y="551594"/>
            <a:ext cx="951165" cy="384048"/>
          </a:xfrm>
        </p:spPr>
        <p:txBody>
          <a:bodyPr/>
          <a:lstStyle/>
          <a:p>
            <a:fld id="{F340A299-E2B9-44DC-9F8C-6C16F50DBF92}" type="datetime1">
              <a:rPr lang="en-US" smtClean="0">
                <a:latin typeface="Arial" pitchFamily="34" charset="0"/>
                <a:cs typeface="Arial" pitchFamily="34" charset="0"/>
              </a:rPr>
              <a:pPr/>
              <a:t>3/21/2026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Results Obtained	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fld id="{07CE83F2-3793-4355-8F3D-B3B1DF538C90}" type="datetime1">
              <a:rPr lang="en-US" smtClean="0">
                <a:latin typeface="Arial" pitchFamily="34" charset="0"/>
                <a:cs typeface="Arial" pitchFamily="34" charset="0"/>
              </a:rPr>
              <a:pPr/>
              <a:t>3/21/2026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39A28B-FCA4-BE9C-476E-3396DD46A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33"/>
          <a:stretch>
            <a:fillRect/>
          </a:stretch>
        </p:blipFill>
        <p:spPr>
          <a:xfrm>
            <a:off x="460130" y="781718"/>
            <a:ext cx="4111869" cy="5853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176E1E-AB60-A7EE-A41C-844CF4331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5"/>
          <a:stretch>
            <a:fillRect/>
          </a:stretch>
        </p:blipFill>
        <p:spPr>
          <a:xfrm>
            <a:off x="4656826" y="1447801"/>
            <a:ext cx="3708365" cy="144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0AFA8C-5AB4-3B10-D32B-44948A8047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019" y="4419601"/>
            <a:ext cx="3741981" cy="1219199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19FACB-F9C9-5A2A-F7EC-0038DA271C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772" y="2895601"/>
            <a:ext cx="3741981" cy="1524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D32BDC-1362-78B3-66F5-9C37558FB939}"/>
              </a:ext>
            </a:extLst>
          </p:cNvPr>
          <p:cNvSpPr txBox="1"/>
          <p:nvPr/>
        </p:nvSpPr>
        <p:spPr>
          <a:xfrm>
            <a:off x="5638800" y="914400"/>
            <a:ext cx="1905000" cy="38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Landing Page</a:t>
            </a:r>
            <a:endParaRPr lang="en-IN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68BB3-1E8D-F654-BF8D-94E6D1574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C41B6-CB1E-4330-9224-C2FC9AEBBB10}" type="datetime1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137F-306E-B6B0-548B-428BDA4C56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2432A-90C8-FFE3-0F13-1493CDC23F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04B561-0B2F-FF07-C6A2-1559357E4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41953"/>
            <a:ext cx="8157297" cy="49920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E9C512-9BA3-EADA-542D-A901642375A6}"/>
              </a:ext>
            </a:extLst>
          </p:cNvPr>
          <p:cNvSpPr txBox="1"/>
          <p:nvPr/>
        </p:nvSpPr>
        <p:spPr>
          <a:xfrm>
            <a:off x="3086100" y="268035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 Side Dashboard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704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57750-C29B-57D8-040C-18EFADE7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C41B6-CB1E-4330-9224-C2FC9AEBBB10}" type="datetime1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9E20-1D48-5AB4-0CEF-7ECC963B5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8BB99-542A-9B74-5425-71F0BB376C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Silicon Institute of Technology, Bhubaneswar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43288-AAF2-A136-0D0E-478B9E278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18" y="838200"/>
            <a:ext cx="7997321" cy="5798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1E92F-D1FD-0008-88DB-B882CE2F25B1}"/>
              </a:ext>
            </a:extLst>
          </p:cNvPr>
          <p:cNvSpPr txBox="1"/>
          <p:nvPr/>
        </p:nvSpPr>
        <p:spPr>
          <a:xfrm>
            <a:off x="3086100" y="268035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Vendor Side Dashboard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99628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Our Contribution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fld id="{2EC91274-5352-4E46-8945-874EAF8BBD69}" type="datetime1">
              <a:rPr lang="en-US" smtClean="0">
                <a:latin typeface="Arial" pitchFamily="34" charset="0"/>
                <a:cs typeface="Arial" pitchFamily="34" charset="0"/>
              </a:rPr>
              <a:pPr/>
              <a:t>3/21/2026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E7C9940-5271-3DD2-D37C-C7DCD41B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229027"/>
            <a:ext cx="81533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 Unified MERN platform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 food ordering + subscription meal plans with role-based access (Customer, Provider, Delivery, Admin) targeting hostels, offices &amp; tiffin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Secure &amp; scalable system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with JWT authentication, OTP-based password reset, and admin-driven provider approval workflow.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C684B-F088-3EEC-FD4C-9408508E4739}"/>
              </a:ext>
            </a:extLst>
          </p:cNvPr>
          <p:cNvSpPr txBox="1"/>
          <p:nvPr/>
        </p:nvSpPr>
        <p:spPr>
          <a:xfrm>
            <a:off x="152401" y="3276600"/>
            <a:ext cx="79247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IMPACT ON SOCIETY</a:t>
            </a:r>
          </a:p>
          <a:p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Empowers small food businesses &amp; home cooks to reach a wider digital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Simplifies daily meal management for students, working professionals, and hostel residents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Reduces food wastage through predictable subscription orders     and better provider planning 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Conclusion and</a:t>
            </a:r>
            <a:r>
              <a:rPr kumimoji="0" lang="en-US" sz="3000" b="1" i="0" u="none" strike="noStrike" kern="1200" cap="small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 Future works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758279"/>
            <a:ext cx="7772400" cy="249299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- </a:t>
            </a:r>
            <a:r>
              <a:rPr lang="en-US" dirty="0" err="1">
                <a:latin typeface="Verdana" pitchFamily="34" charset="0"/>
                <a:ea typeface="Verdana" pitchFamily="34" charset="0"/>
              </a:rPr>
              <a:t>QuickBite</a:t>
            </a:r>
            <a:r>
              <a:rPr lang="en-US" dirty="0">
                <a:latin typeface="Verdana" pitchFamily="34" charset="0"/>
                <a:ea typeface="Verdana" pitchFamily="34" charset="0"/>
              </a:rPr>
              <a:t> successfully addresses gaps in existing food delivery platforms by integrating subscription-based meal plans with conventional ordering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dirty="0">
                <a:latin typeface="Verdana" pitchFamily="34" charset="0"/>
                <a:ea typeface="Verdana" pitchFamily="34" charset="0"/>
              </a:rPr>
              <a:t> The MERN-stack architecture ensures a scalable, maintainable, and performant full-stack application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dirty="0">
                <a:latin typeface="Verdana" pitchFamily="34" charset="0"/>
                <a:ea typeface="Verdana" pitchFamily="34" charset="0"/>
              </a:rPr>
              <a:t> Comprehensive system design phase (ER, UML, DFD, Sequence &amp; Use Case diagrams) provides a solid blueprint for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0734" y="3509031"/>
            <a:ext cx="328686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cap="small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+mj-cs"/>
              </a:rPr>
              <a:t>The Work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267200"/>
            <a:ext cx="7620000" cy="193899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dirty="0">
                <a:latin typeface="Verdana" pitchFamily="34" charset="0"/>
                <a:ea typeface="Verdana" pitchFamily="34" charset="0"/>
              </a:rPr>
              <a:t>Advanced features : real-time tracking(Socket.io) , AI –based recommendations, and payment gateway integration(Razor pay/Stripe)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r>
              <a:rPr lang="en-US" dirty="0">
                <a:latin typeface="Verdana" pitchFamily="34" charset="0"/>
                <a:ea typeface="Verdana" pitchFamily="34" charset="0"/>
              </a:rPr>
              <a:t>Scalable deployment: mobile app (React Native)+ cloud deployment (AWS/Render) with CI/CD and Docker</a:t>
            </a:r>
          </a:p>
          <a:p>
            <a:pPr marL="344488" indent="-344488">
              <a:spcAft>
                <a:spcPts val="600"/>
              </a:spcAft>
              <a:buFont typeface="Courier New" pitchFamily="49" charset="0"/>
              <a:buChar char="o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fld id="{D885F850-A9CC-4D31-BF31-6C40A504AF3C}" type="datetime1">
              <a:rPr lang="en-US" smtClean="0">
                <a:latin typeface="Arial" pitchFamily="34" charset="0"/>
                <a:cs typeface="Arial" pitchFamily="34" charset="0"/>
              </a:rPr>
              <a:pPr/>
              <a:t>3/21/2026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3/20/2026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C5897E-FEBA-6C98-A7DA-7817CB75E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64" y="351764"/>
            <a:ext cx="7798341" cy="56174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34AC756-09B6-CADE-EB21-2ABCB885D4E7}"/>
              </a:ext>
            </a:extLst>
          </p:cNvPr>
          <p:cNvSpPr/>
          <p:nvPr/>
        </p:nvSpPr>
        <p:spPr>
          <a:xfrm>
            <a:off x="3886200" y="1229362"/>
            <a:ext cx="1752600" cy="2286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37EF2B-ACE3-AC9F-9561-0AA27AF09CDB}"/>
              </a:ext>
            </a:extLst>
          </p:cNvPr>
          <p:cNvSpPr/>
          <p:nvPr/>
        </p:nvSpPr>
        <p:spPr>
          <a:xfrm>
            <a:off x="935195" y="1981200"/>
            <a:ext cx="990600" cy="338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Jan-Feb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152400"/>
            <a:ext cx="7924800" cy="5635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+mj-cs"/>
              </a:rPr>
              <a:t>References</a:t>
            </a:r>
            <a:endParaRPr kumimoji="0" lang="en-US" sz="2400" b="0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8119777" y="551594"/>
            <a:ext cx="951165" cy="384048"/>
          </a:xfrm>
        </p:spPr>
        <p:txBody>
          <a:bodyPr/>
          <a:lstStyle/>
          <a:p>
            <a:fld id="{27850528-74D6-4F8C-AE3A-F74715509EF5}" type="datetime1">
              <a:rPr lang="en-US" smtClean="0">
                <a:latin typeface="Arial" pitchFamily="34" charset="0"/>
                <a:cs typeface="Arial" pitchFamily="34" charset="0"/>
              </a:rPr>
              <a:pPr/>
              <a:t>3/21/2026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Silicon University, Odisha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" y="914400"/>
            <a:ext cx="764438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Stitch AI, "Stitch AI — For UI Ideas.". Available: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https://stitch.withgoogle.com/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  Express.js, "Express — Node.js Web Application Framework.". Available: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https://expressjs.com/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  Meta Open Source, "React — A JavaScript Library for Building User Interfaces.".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Available: https://reactjs.org/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OpenJS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Foundation, "Node.js Documentation.". Available: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https://nodejs.org/en/docs/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  MongoDB Inc., "Mongoose ODM Documentation.". Available: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https://mongoosejs.com/docs/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  Auth0, "JWT Introduction.".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Available: https://jwt.io/introduction/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65138" indent="-465138">
              <a:spcBef>
                <a:spcPts val="1200"/>
              </a:spcBef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 W3Schools, "MongoDB Tutorial.". Available: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https://www.w3schools.com/mongodb/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609600"/>
            <a:ext cx="26003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8081677" y="589694"/>
            <a:ext cx="1027365" cy="384048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3/20/2026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>
                <a:latin typeface="Arial" pitchFamily="34" charset="0"/>
                <a:cs typeface="Arial" pitchFamily="34" charset="0"/>
              </a:rPr>
              <a:t>Silicon University, Odisha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BB999-02C5-A2CA-0C11-20A0080CE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139346"/>
            <a:ext cx="6019800" cy="36319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3DF240-DAE9-CC5C-B082-BCFFA7CC0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31"/>
          <a:stretch>
            <a:fillRect/>
          </a:stretch>
        </p:blipFill>
        <p:spPr>
          <a:xfrm>
            <a:off x="3514725" y="4962266"/>
            <a:ext cx="4203753" cy="129299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641</TotalTime>
  <Words>883</Words>
  <Application>Microsoft Office PowerPoint</Application>
  <PresentationFormat>On-screen Show (4:3)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Black</vt:lpstr>
      <vt:lpstr>Arial Rounded MT Bold</vt:lpstr>
      <vt:lpstr>Calibri</vt:lpstr>
      <vt:lpstr>Century Schoolbook</vt:lpstr>
      <vt:lpstr>Courier New</vt:lpstr>
      <vt:lpstr>Verdana</vt:lpstr>
      <vt:lpstr>Wingdings</vt:lpstr>
      <vt:lpstr>Wingdings 2</vt:lpstr>
      <vt:lpstr>Oriel</vt:lpstr>
      <vt:lpstr>PowerPoint Presentation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Bikram's PC</dc:creator>
  <cp:lastModifiedBy>Bijoy Laxmi Behera</cp:lastModifiedBy>
  <cp:revision>61</cp:revision>
  <dcterms:created xsi:type="dcterms:W3CDTF">2006-08-16T00:00:00Z</dcterms:created>
  <dcterms:modified xsi:type="dcterms:W3CDTF">2026-03-21T04:21:41Z</dcterms:modified>
</cp:coreProperties>
</file>